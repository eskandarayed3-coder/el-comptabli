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33" d="100"/>
          <a:sy n="33" d="100"/>
        </p:scale>
        <p:origin x="2534" y="15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22510B-1860-9D26-145A-042EBE860A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99F5DAD-81F7-3D08-FC79-434C4670E4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464BD19-7208-7436-CD38-0CBE6EA0B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DD771-F105-4D97-A3C6-7A2FA53DBF14}" type="datetimeFigureOut">
              <a:rPr lang="fr-FR" smtClean="0"/>
              <a:t>17/07/2026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D086DBF-ED77-4C18-0CCE-B0CD1F0A2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2B8D3C6-D98B-EAF6-2FBC-81CCC93DA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95416-CDCA-41A3-B836-E80E4582A83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279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C4E488-65FE-3C1F-6902-C077C141A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35C02D-9FF1-3987-A758-87D7F38E5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AFCE4A2-1AC4-F0CE-E73F-9F57D9BA1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DD771-F105-4D97-A3C6-7A2FA53DBF14}" type="datetimeFigureOut">
              <a:rPr lang="fr-FR" smtClean="0"/>
              <a:t>17/07/2026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772872-DEDD-A4F2-D185-71DF95559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B9DC444-AEAC-6FBC-7BC1-175A74BD3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95416-CDCA-41A3-B836-E80E4582A83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8344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5B24DE-5D44-BD3C-F3D2-B712EBD4E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3CD142B-95BB-3602-10B4-56FD4A5EA0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71CD579-C22F-2C22-E330-09DFCC370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DD771-F105-4D97-A3C6-7A2FA53DBF14}" type="datetimeFigureOut">
              <a:rPr lang="fr-FR" smtClean="0"/>
              <a:t>17/07/2026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0C8D04B-0DCC-A2C0-E754-161027622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CC8AD8D-E3FF-5AA9-58A1-E8D5DB37F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95416-CDCA-41A3-B836-E80E4582A83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4994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65340A-434A-DE42-5EDB-4AACEBF49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AF8E112-3668-6ECF-604E-3C4B450367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E0A8280-2614-0B3B-25C7-DE3B2621AE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A2D8D12-D940-4981-49D5-0C3959259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DD771-F105-4D97-A3C6-7A2FA53DBF14}" type="datetimeFigureOut">
              <a:rPr lang="fr-FR" smtClean="0"/>
              <a:t>17/07/2026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228F809-B2B1-C738-CAA5-AFF07F888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3B9BCE7-5B9B-B8D1-56D1-DE114CE74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95416-CDCA-41A3-B836-E80E4582A83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0270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DB3216-F278-5D79-55C1-AF11AA0A5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E25DABA-1A46-C2BB-572D-BD002F931C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5C49E4E-4B0B-18E9-0312-9FE5862CBD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44BADB4-EE53-3A36-6836-7728668313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5A71B4F-8939-6214-2C42-C41C086294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2CB2217-5467-718B-DDCA-E555E0E96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DD771-F105-4D97-A3C6-7A2FA53DBF14}" type="datetimeFigureOut">
              <a:rPr lang="fr-FR" smtClean="0"/>
              <a:t>17/07/2026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4E150C3-8AF1-BE88-D138-D3500ECEA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FAD2A72-8EBB-B635-D17F-755F3E0F0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95416-CDCA-41A3-B836-E80E4582A83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2517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2BF8C7-BF09-8D53-3565-2EB76FA4B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8693E98-5C9E-E8D9-ABE0-81D569474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DD771-F105-4D97-A3C6-7A2FA53DBF14}" type="datetimeFigureOut">
              <a:rPr lang="fr-FR" smtClean="0"/>
              <a:t>17/07/2026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1C40D6E-7195-8D79-9727-01C6FEDCB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25595D3-2C2A-30D1-FEC3-43ACEC66C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95416-CDCA-41A3-B836-E80E4582A83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6676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8C7B8DF-09FE-C7CB-F9C0-23624D473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DD771-F105-4D97-A3C6-7A2FA53DBF14}" type="datetimeFigureOut">
              <a:rPr lang="fr-FR" smtClean="0"/>
              <a:t>17/07/2026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545BD79-1EB5-244A-84A6-42EB6513B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CC1E9F3-0EF4-0C92-3B26-1FC45E340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95416-CDCA-41A3-B836-E80E4582A83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9514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0767CE-AD5C-AB95-4208-FC78AB48C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5E5FEB1-00C1-F89D-E62A-0E26F137B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4FBB8BF-65F5-1845-414E-74C021956E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C5157E3-97A3-4E29-A27B-DB7B10FB1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DD771-F105-4D97-A3C6-7A2FA53DBF14}" type="datetimeFigureOut">
              <a:rPr lang="fr-FR" smtClean="0"/>
              <a:t>17/07/2026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C263690-20DE-48B0-4D7F-45111BFA0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D290BA4-38E4-5935-E143-EDFDF1B09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95416-CDCA-41A3-B836-E80E4582A83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9870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BAD45E-38F0-2C51-D7B3-BB5984114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0087D01-296C-12DE-DE5C-E06B68A4B1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12BCBB6-265D-F438-1B93-A720AC1F87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A24055B-B7FB-626B-5C89-231CB90FA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DD771-F105-4D97-A3C6-7A2FA53DBF14}" type="datetimeFigureOut">
              <a:rPr lang="fr-FR" smtClean="0"/>
              <a:t>17/07/2026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E4A3D33-531E-B390-B7F1-381C22702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9287012-A65D-7BB6-E892-F3824CA3D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95416-CDCA-41A3-B836-E80E4582A83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5677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C5C2B8-3A97-55C5-3CD4-4189493B6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251BCE0-8297-3F4E-201F-04EBC94961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7286DEC-FED9-7CCC-8B4A-7DA545BED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DD771-F105-4D97-A3C6-7A2FA53DBF14}" type="datetimeFigureOut">
              <a:rPr lang="fr-FR" smtClean="0"/>
              <a:t>17/07/2026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A0D879-4AEB-60D1-8DCF-A89C6C645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DE644F2-6363-3BCD-96A6-25DF4BBE3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95416-CDCA-41A3-B836-E80E4582A83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9951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DF239BE-9A55-CE60-A30C-9978E5CEF5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43C9FCA-EAAF-6B36-6F4D-C2A40B447E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375F9CD-0990-1E59-273A-E4BDE55AE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DD771-F105-4D97-A3C6-7A2FA53DBF14}" type="datetimeFigureOut">
              <a:rPr lang="fr-FR" smtClean="0"/>
              <a:t>17/07/2026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2FD6B9D-7D70-1412-4947-E1C4BAA70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D552F3-73DF-E8FF-5FF7-D35EA158C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95416-CDCA-41A3-B836-E80E4582A83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8877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42A90D5-B02B-938E-FF92-71CB01341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827094E-C98E-E1CA-1F43-578BCC089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8DAF528-A5E1-5C8B-6DA9-6CDD5AF4B1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8DD771-F105-4D97-A3C6-7A2FA53DBF14}" type="datetimeFigureOut">
              <a:rPr lang="fr-FR" smtClean="0"/>
              <a:t>17/07/2026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6CE19BE-86CE-9BE7-812B-481FBEEAB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80AA662-D83C-D386-B8FD-3E0640429F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195416-CDCA-41A3-B836-E80E4582A83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1020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0348FAC-8313-5C16-8129-FA1D1136C0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 r="66815"/>
          <a:stretch/>
        </p:blipFill>
        <p:spPr>
          <a:xfrm>
            <a:off x="893887" y="-3704493"/>
            <a:ext cx="3413760" cy="342900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2DA59105-F297-B00C-D4A1-775FFA8D1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815" b="50000"/>
          <a:stretch/>
        </p:blipFill>
        <p:spPr>
          <a:xfrm>
            <a:off x="1008186" y="-7373815"/>
            <a:ext cx="3413760" cy="342900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7B1C3D0F-7B79-54C7-0BB5-26D0BD942D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269979" y="-3704493"/>
            <a:ext cx="10287000" cy="685800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DF27C206-6E1C-84E5-17F1-05A86E681C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80" t="50000" r="33334"/>
          <a:stretch/>
        </p:blipFill>
        <p:spPr>
          <a:xfrm>
            <a:off x="4881487" y="-3704493"/>
            <a:ext cx="3413761" cy="3429001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EB5D00C3-56B2-8A7E-E0F9-7587247917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347" t="49487"/>
          <a:stretch/>
        </p:blipFill>
        <p:spPr>
          <a:xfrm>
            <a:off x="8730173" y="-3464170"/>
            <a:ext cx="3461827" cy="346417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6238D0B8-5D0B-D40C-0454-685FE8420E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80" r="33334" b="49487"/>
          <a:stretch/>
        </p:blipFill>
        <p:spPr>
          <a:xfrm>
            <a:off x="4881488" y="-7373815"/>
            <a:ext cx="3413761" cy="3464169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7CCF42E9-981A-7161-FF5B-A04E9E7C6A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347" b="49487"/>
          <a:stretch/>
        </p:blipFill>
        <p:spPr>
          <a:xfrm>
            <a:off x="8754791" y="-7391400"/>
            <a:ext cx="3461827" cy="3464169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BD507969-791E-7E10-B1C5-B0A4B4634B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13015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1A015F1A9F5F147BCF9E42D65B7C100" ma:contentTypeVersion="5" ma:contentTypeDescription="Create a new document." ma:contentTypeScope="" ma:versionID="8659cb13f485410bb63d79ac125ea0b3">
  <xsd:schema xmlns:xsd="http://www.w3.org/2001/XMLSchema" xmlns:xs="http://www.w3.org/2001/XMLSchema" xmlns:p="http://schemas.microsoft.com/office/2006/metadata/properties" xmlns:ns3="e5a1a26b-c883-4b08-95c3-2d15d96fde08" targetNamespace="http://schemas.microsoft.com/office/2006/metadata/properties" ma:root="true" ma:fieldsID="aa8a8928379496423ba8ce2f7b44b923" ns3:_="">
    <xsd:import namespace="e5a1a26b-c883-4b08-95c3-2d15d96fde0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a1a26b-c883-4b08-95c3-2d15d96fde0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1404E17-43BA-439D-A1A8-9EA582E48E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5a1a26b-c883-4b08-95c3-2d15d96fde0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59917C8-29AD-4BA1-8903-6EFCD735B88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A445089-CE17-463B-9DFE-176CFA67D140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e5a1a26b-c883-4b08-95c3-2d15d96fde08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Grand écran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ayedeskandar</dc:creator>
  <cp:lastModifiedBy>ayedeskandar</cp:lastModifiedBy>
  <cp:revision>1</cp:revision>
  <dcterms:created xsi:type="dcterms:W3CDTF">2026-07-17T07:01:08Z</dcterms:created>
  <dcterms:modified xsi:type="dcterms:W3CDTF">2026-07-17T07:04:30Z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0x010100F1A015F1A9F5F147BCF9E42D65B7C100</vt:lpwstr>
  </property>
</Properties>
</file>